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3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6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0E2A4A"/>
              </a:gs>
              <a:gs pos="100000">
                <a:srgbClr val="00A884"/>
              </a:gs>
            </a:gsLst>
            <a:lin ang="27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280160"/>
            <a:ext cx="914400" cy="91440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965960" y="1280160"/>
            <a:ext cx="914400" cy="91440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Antigravity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Platform  &amp;  WhatsApp Chat Clone Real-Time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dari awal sampai berjalan - Full Journey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(10 Game)  |  MQTT WhatsApp Clone  |  HTML/CSS/JS  |  React + Vite  |  WebRTC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1A1B4B"/>
              </a:gs>
              <a:gs pos="100000">
                <a:srgbClr val="6D2E8E"/>
              </a:gs>
            </a:gsLst>
            <a:lin ang="36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Presentasi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akan dibahas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1: GameHub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10 game klasik (Snake, Tetris, 2048, dsb)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031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2: WhatsApp Clone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real-time MQTT + WebRTC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Teknologi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yang dipakai kedua proyek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7033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Pembuatan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jalan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setiap aplikasi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3035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5 Hari &amp; Tampilan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Perjalanan &amp; screenshot aplikasi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0E3B5C"/>
              </a:gs>
              <a:gs pos="100000">
                <a:srgbClr val="00A884"/>
              </a:gs>
            </a:gsLst>
            <a:lin ang="30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1: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Game Online Terlengkap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klasik seru dalam satu platform web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6126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Dibangun dengan HTML/CSS/JS murni, tanpa framework, siap deploy ke Netlify.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kunci: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game: Snake, Tetris, 2048, Sudoku, Tic Tac Toe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Shooter, Flappy Bird, Dino Run, Chess, Ludo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halaman: Home, Games, New, Leaderboard, Profil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(GameBot AI), Pengaturan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Dark/light mode, particles background, leaderboard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menggunakan Antigravity dari nol hingga siap main.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6916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93268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klasik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32918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3429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5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32688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lengkap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48920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5029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93268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chat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0E3B5C"/>
              </a:gs>
              <a:gs pos="100000">
                <a:srgbClr val="005C4B"/>
              </a:gs>
            </a:gsLst>
            <a:lin ang="30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2: WhatsApp Web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 dengan MQTT + WebRTC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wss://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sub-detik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5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74320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Voice/Video Call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5029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10MB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743200" y="5394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Kompresi gambar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69164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192024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bergaya WhatsApp Web bertema gelap premium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743200"/>
            <a:ext cx="6126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Vite, protokol MQTT lewat WebSocket untuk pesan instan.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instan via MQTT (broker HiveMQ wss://)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Video Call P2P pakai WebRTC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notes via MediaRecorder API (Base64 WebM)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gambar 10MB (kompresi Canvas API)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&amp; typing indicator dinamis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Standalone: mqtt-chat-easy.html (tanpa instalasi)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menggunakan Antigravity dari nol hingga bisa digunakan.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221B5C"/>
              </a:gs>
              <a:gs pos="100000">
                <a:srgbClr val="3B2E8E"/>
              </a:gs>
            </a:gsLst>
            <a:lin ang="33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Teknologi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yang digunakan kedua proyek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19202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59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 web (GameHub)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0540" y="19202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05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&amp; deploy GameHub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55180" y="19202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51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AI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5508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bawaan GameHub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89820" y="19202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98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5256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8972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skor &amp; profil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85900" y="425196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590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4864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580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komponen (Chat)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20540" y="425196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2054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38328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52044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server super cepat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55180" y="425196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518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MQTT.js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35508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chat real-time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5256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989820" y="425196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8982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905256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18972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Voice/video call P2P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3B2A0E"/>
              </a:gs>
              <a:gs pos="100000">
                <a:srgbClr val="B8860B"/>
              </a:gs>
            </a:gsLst>
            <a:lin ang="27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Buat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jalan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Proyek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folder game-hub di .gemini/antigravity-ide/scratch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HTML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index.html: 7 halaman + sidebar + topbar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CSS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style.css: tema dark/light, particles, grid layout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JS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games/: snake, tetris, 2048, sudoku, tictactoe, dll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578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app.js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Navigasi, leaderboard, profil, GameBot AI chat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2578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Netlify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netlify.toml + publish ke Netlify (gratis)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3B0E2A"/>
              </a:gs>
              <a:gs pos="100000">
                <a:srgbClr val="8E2E5C"/>
              </a:gs>
            </a:gsLst>
            <a:lin ang="33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Buat WhatsApp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bisa chat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Vite+React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create vite CHATTING, npm install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 WhatsApp dark, animasi custom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Deps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mqtt, lucide-react, canvas-confetti, aedes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App.jsx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Koneksi MQTT, presence, typing, VN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578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Call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createOffer -&gt; signaling MQTT -&gt; ICE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2578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HTML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mqtt-chat-easy.html + git commit awal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0E3B5C"/>
              </a:gs>
              <a:gs pos="100000">
                <a:srgbClr val="02C39A"/>
              </a:gs>
            </a:gsLst>
            <a:lin ang="30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platform game online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88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Klasik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Snake, Tetris, 2048, Sudoku, Tic Tac Toe, dll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35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Halaman Lengkap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Games, New, Leaderboard, Profil, Chat, Settings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7834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83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Dark/Light Mode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gelap/terang dengan toggle switch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8882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882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Background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Animasi partikel di latar belakang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358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358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4340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AI Chat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AI bawaan untuk bantu pemain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7834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834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13816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&amp; Profil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skor, rank, achievements via LocalStorage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0E3B5C"/>
              </a:gs>
              <a:gs pos="100000">
                <a:srgbClr val="005C4B"/>
              </a:gs>
            </a:gsLst>
            <a:lin ang="30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WhatsApp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chat real-time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01168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88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Instan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over WebSocket wss:// sub-detik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201168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35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Video Call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P2P, MQTT signaling channel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78340" y="201168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83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Notes Asli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MediaRecorder API, Base64 WebM &lt;250KB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88820" y="44348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882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Kompresi Gambar 10MB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API, output &lt;150KB sisi klien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3580" y="44348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358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4340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&amp; Typing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online &amp; status mengetik dinamis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78340" y="44348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834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13816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Glassmorphism Premium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gelap, animasi, responsif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1A1B4B"/>
              </a:gs>
              <a:gs pos="100000">
                <a:srgbClr val="6D2E8E"/>
              </a:gs>
            </a:gsLst>
            <a:lin ang="36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proyek siap pakai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platform game: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A - Buka langsung: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ganda index.html di folder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.gemini/antigravity-ide/scratch/game-hub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B - Deploy Netlify: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folder ke netlify.com/drop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Atau: netlify deploy --prod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langsung siap dimainkan!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57784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92024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04088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Clone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60604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opsi menjalankan chat: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A - Developer mode: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Documents/CHATTING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  -&gt; localhost:5173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B - Gampang (tanpa Node.js):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ganda mqtt-chat-easy.html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Langsung buka di browser!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3B2A0E"/>
              </a:gs>
              <a:gs pos="100000">
                <a:srgbClr val="F9E795"/>
              </a:gs>
            </a:gsLst>
            <a:lin ang="27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B92069E8-08FC-F6FC-B876-41A62A442E6D}"/>
              </a:ext>
            </a:extLst>
          </p:cNvPr>
          <p:cNvSpPr/>
          <p:nvPr/>
        </p:nvSpPr>
        <p:spPr>
          <a:xfrm>
            <a:off x="563727" y="535838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5 Hari </a:t>
            </a: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Antigravity dan APK Lainnya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37944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764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Pengenalan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103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</a:t>
            </a:r>
            <a:r>
              <a:rPr lang="en-US" sz="120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IDE lalu mencoba membuat project sederhana yaitu GAME HUB yang saya bikin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752344"/>
            <a:ext cx="548640" cy="54864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52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79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Mencoba Aplikasi lain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Opencode,obsidian,dan ollama lalu membuat project lagi yaitu apk chatting seperti whatsapp yang bisa gunakan seperti layaknya whatsapp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666744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66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Skill , Bmad Method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1" name="Shape 19"/>
          <p:cNvSpPr/>
          <p:nvPr/>
        </p:nvSpPr>
        <p:spPr>
          <a:xfrm>
            <a:off x="731520" y="4581144"/>
            <a:ext cx="548640" cy="54864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507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846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69687"/>
                </a:solidFill>
                <a:latin typeface="Arial" pitchFamily="34" charset="0"/>
                <a:cs typeface="Arial" pitchFamily="34" charset="-120"/>
              </a:rPr>
              <a:t>Percobaan VPN menggunakan Netbird dan Mencoba menjalankan Drone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495544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495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558437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Presentasi Selama 5 Hari Bimtek</a:t>
            </a:r>
            <a:endParaRPr lang="en-US" sz="1500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4636B9A5-FD72-6FA0-8B88-8EE2D8242FBF}"/>
              </a:ext>
            </a:extLst>
          </p:cNvPr>
          <p:cNvSpPr/>
          <p:nvPr/>
        </p:nvSpPr>
        <p:spPr>
          <a:xfrm>
            <a:off x="1531620" y="4498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VPN Dan Drone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1A1B2B"/>
              </a:gs>
              <a:gs pos="100000">
                <a:srgbClr val="065A82"/>
              </a:gs>
            </a:gsLst>
            <a:lin ang="30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Aplikasi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langsung dari aplikasi yang dibangun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54864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- Halaman Home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691640"/>
            <a:ext cx="5486400" cy="420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Clone - Chat Room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0E2A4A"/>
              </a:gs>
              <a:gs pos="100000">
                <a:srgbClr val="00A884"/>
              </a:gs>
            </a:gsLst>
            <a:lin ang="27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965960" y="2194560"/>
            <a:ext cx="914400" cy="91440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proyek selesai dibuat dengan Antigravity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Platform (10 Game)   &amp;   MQTT WhatsApp Web Clone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 + Netlify  |  React + Vite  |  MQTT + WebRTC  |  Tailwind CSS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956</Words>
  <Application>Microsoft Office PowerPoint</Application>
  <PresentationFormat>Widescreen</PresentationFormat>
  <Paragraphs>237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2026-07-17T06:34:35Z</dcterms:created>
  <dcterms:modified xsi:type="dcterms:W3CDTF">2026-07-17T06:44:07Z</dcterms:modified>
</cp:coreProperties>
</file>