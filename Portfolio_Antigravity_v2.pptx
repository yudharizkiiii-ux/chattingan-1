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80160"/>
            <a:ext cx="914400" cy="91440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965960" y="1280160"/>
            <a:ext cx="914400" cy="91440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Antigravity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Platform  &amp;  WhatsApp Chat Clone Real-Time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dari awal sampai berjalan - Full Journey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(10 Game)  |  MQTT WhatsApp Clone  |  HTML/CSS/JS  |  React + Vite  |  WebRTC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Presentasi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akan dibahas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10 game klasik (Snake, Tetris, 2048, dsb)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Clone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real-time MQTT + WebRTC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dipakai kedua proyek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Pembuatan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setiap aplikasi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penggunaan akhir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Game Online Terlengkap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 seru dalam satu platform 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dengan HTML/CSS/JS murni, tanpa framework, siap deploy ke Netlify.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kunci: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game: Snake, Tetris, 2048, Sudoku, Tic Tac Toe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Shooter, Flappy Bird, Dino Run, Chess, Ludo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halaman: Home, Games, New, Leaderboard, Profil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(GameBot AI), Pengaturan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mode, particles background, leaderboard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siap main.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3268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klasik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3268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lengkap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5029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3268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chat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Web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dengan MQTT + WebRTC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wss://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sub-detik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4320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5029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10MB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743200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Kompresi gambar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bergaya WhatsApp Web bertema gelap premium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Vite, protokol MQTT lewat WebSocket untuk pesan instan.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instan via MQTT (broker HiveMQ wss://)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 P2P pakai WebRTC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via MediaRecorder API (Base64 WebM)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gambar 10MB (kompresi Canvas API)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typing indicator dinamis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Standalone: mqtt-chat-easy.html (tanpa instalasi)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bisa digunakan.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digunakan kedua proyek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web (GameHub)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05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deploy GameHub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5518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51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bawaan GameHub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525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 &amp; profil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8590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590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komponen (Chat)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2054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05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38328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52044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server super cepat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518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518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MQTT.js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35508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chat real-time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8982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8982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05256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18972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 P2P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Proyek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folder game-hub di .gemini/antigravity-ide/scratch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HTML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index.html: 7 halaman + sidebar + topbar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CSS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style.css: tema dark/light, particles, grid layout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JS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games/: snake, tetris, 2048, sudoku, tictactoe, dll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Navigasi, leaderboard, profil, GameBot AI chat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Netlify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netlify.toml + publish ke Netlify (gratis)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bisa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Vite+React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create vite CHATTING, npm install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 WhatsApp dark, animasi custom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mqtt, lucide-react, canvas-confetti, aedes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App.jsx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MQTT, presence, typing, VN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Call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createOffer -&gt; signaling MQTT -&gt; ICE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HTML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mqtt-chat-easy.html + git commit awal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platform game online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Snake, Tetris, 2048, Sudoku, Tic Tac Toe, dll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 Lengkap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Games, New, Leaderboard, Profil, Chat, Settings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gelap/terang dengan toggle switch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Background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Animasi partikel di latar belakang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 Chat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AI bawaan untuk bantu pemain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&amp; Profil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skor, rank, achievements via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chat real-time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Instan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over WebSocket wss:// sub-detik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P2P, MQTT signaling channel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Asli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API, Base64 WebM &lt;250KB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Kompresi Gambar 10MB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API, output &lt;150KB sisi klien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Typing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online &amp; status mengetik dinamis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 Premium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gelap, animasi, responsif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siap pakai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platform game: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Buka langsung: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index.html di folder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.gemini/antigravity-ide/scratch/game-hub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Deploy Netlify: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folder ke netlify.com/drop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Atau: netlify deploy --prod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langsung siap dimainkan!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opsi menjalankan chat: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Developer mode: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Documents/CHATTING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  -&gt; localhost:5173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Gampang (tanpa Node.js):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mqtt-chat-easy.html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buka di browser!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965960" y="2194560"/>
            <a:ext cx="914400" cy="91440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selesai dibuat dengan Antigravity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Platform (10 Game)   &amp;   MQTT WhatsApp Web Clone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+ Netlify  |  React + Vite  |  MQTT + WebRTC  |  Tailwind CSS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2026-07-17T06:29:46Z</dcterms:created>
  <dcterms:modified xsi:type="dcterms:W3CDTF">2026-07-17T06:29:46Z</dcterms:modified>
</cp:coreProperties>
</file>