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71" r:id="rId4"/>
    <p:sldId id="272" r:id="rId5"/>
    <p:sldId id="273" r:id="rId6"/>
    <p:sldId id="274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6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9753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75360" y="1463040"/>
            <a:ext cx="102412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kern="0" spc="533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AI Builder Training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75360" y="231648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5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Pengalaman 5 Hari</a:t>
            </a:r>
            <a:endParaRPr lang="en-US" sz="5867" dirty="0"/>
          </a:p>
          <a:p>
            <a:pPr>
              <a:lnSpc>
                <a:spcPct val="110000"/>
              </a:lnSpc>
            </a:pPr>
            <a:r>
              <a:rPr lang="en-US" sz="5867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Belajar </a:t>
            </a:r>
            <a:r>
              <a:rPr lang="en-US" sz="5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5867" dirty="0"/>
          </a:p>
        </p:txBody>
      </p:sp>
      <p:sp>
        <p:nvSpPr>
          <p:cNvPr id="6" name="Text 4"/>
          <p:cNvSpPr/>
          <p:nvPr/>
        </p:nvSpPr>
        <p:spPr>
          <a:xfrm>
            <a:off x="975360" y="4632960"/>
            <a:ext cx="7315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Yudha Rizki Maulana Azi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849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2438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975360" y="85344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Commanding AI to Build a Website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07264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Memasang Antigravity, opencode, Git, dan GitHub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Mendapatkan API key GLM 5.2 dari LiteLLM gateway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command line dasar dan git workflow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 abad, setup opencode config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website pertama dan deploy ke GitHub Pages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website online dengan URL sendiri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360" y="5974080"/>
            <a:ext cx="10241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Pertama kali pakai AI untuk ngoding, website langsung online!</a:t>
            </a:r>
            <a:endParaRPr lang="en-US" sz="17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84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2438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975360" y="85344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+ RAG: AI Yang Master Dokumen Anda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07264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 + download model qwen2.5:3b dan gemma3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konsep RAG (Retrieval Augmented Generation)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dengan nomic-embed-text + ChromaDB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chatbot yang jawab dari dokumen lokal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- tanpa internet, tanpa cloud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chatbot lokal yang hafal dokumen sendiri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360" y="5974080"/>
            <a:ext cx="10241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AI jalan di laptop sendiri, gratis, data tetap aman!</a:t>
            </a:r>
            <a:endParaRPr lang="en-US" sz="17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84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2438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975360" y="85344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Training Model Jadi Milik Sendiri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07264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format JSONL - dataset instruction + answer pairs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dataset sendiri (data diri Yudha - 46 baris)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Qwen2.5-1.5B dengan Unsloth + LoRA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model ke GGUF, import ke Ollama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Bandingkan: model original vs fine-tuned vs +RAG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Hasil: model yudha-ai yang hafal data pribadi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360" y="5974080"/>
            <a:ext cx="10241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Model AI yang hafal nama, umur, hobi, dan pekerjaan saya!</a:t>
            </a:r>
            <a:endParaRPr lang="en-US" sz="17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84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2438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975360" y="85344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PKC, M-Card, V-Card: Platform Berdaulat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07264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PKC (Personal Knowledge Cloud)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MCard - content hash + timestamp untuk verifikasi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PCard - lensa/filter untuk dynamic context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VCard - boundary verification (input filtering)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Overlay VPN (ZeroTier/Netbird)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bangun final project di platform PKC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360" y="5974080"/>
            <a:ext cx="10241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Belajar konsep data sovereignty - data kita, kita yang kontrol!</a:t>
            </a:r>
            <a:endParaRPr lang="en-US" sz="17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84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975360" y="2438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</a:t>
            </a:r>
            <a:endParaRPr lang="en-US" sz="3733" dirty="0"/>
          </a:p>
        </p:txBody>
      </p:sp>
      <p:sp>
        <p:nvSpPr>
          <p:cNvPr id="4" name="Text 2"/>
          <p:cNvSpPr/>
          <p:nvPr/>
        </p:nvSpPr>
        <p:spPr>
          <a:xfrm>
            <a:off x="975360" y="853440"/>
            <a:ext cx="97536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&amp; Closing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072640"/>
            <a:ext cx="10241280" cy="426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dan membangun aplikasi final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Integrasi: Ollama + opencode + Obsidian + Git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project ke GitHub + PKC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 project ke instruktur dan peserta lain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dan refleksi 5 hari training</a:t>
            </a:r>
            <a:endParaRPr lang="en-US" sz="2000" dirty="0"/>
          </a:p>
          <a:p>
            <a:pPr marL="457189" indent="-457189">
              <a:spcAft>
                <a:spcPts val="1067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30-day post-training program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360" y="5974080"/>
            <a:ext cx="102412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Dari nol jadi builder AI dalam 5 hari!</a:t>
            </a:r>
            <a:endParaRPr lang="en-US" sz="17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1A1B4B"/>
              </a:gs>
              <a:gs pos="100000">
                <a:srgbClr val="6D2E8E"/>
              </a:gs>
            </a:gsLst>
            <a:lin ang="36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Presentasi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akan dibahas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10 game klasik (Snake, Tetris, 2048, dsb)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Clone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real-time MQTT + WebRTC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dipakai kedua proyek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Pembuatan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setiap aplikasi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</a:t>
            </a: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0A884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Game Online Terlengkap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 seru dalam satu platform 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dengan HTML/CSS/JS murni, tanpa framework, siap deploy ke Netlify.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kunci: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game: Snake, Tetris, 2048, Sudoku, Tic Tac Toe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Shooter, Flappy Bird, Dino Run, Chess, Ludo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halaman: Home, Games, New, Leaderboard, Profil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(GameBot AI), Pengaturan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mode, particles background, leaderboard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siap main.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3268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klasik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3268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lengkap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5029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3268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chat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05C4B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Web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dengan MQTT + WebRTC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wss://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sub-detik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4320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5029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10MB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743200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Kompresi gambar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bergaya WhatsApp Web bertema gelap premium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Vite, protokol MQTT lewat WebSocket untuk pesan instan.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instan via MQTT (broker HiveMQ wss://)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 P2P pakai WebRTC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via MediaRecorder API (Base64 WebM)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gambar 10MB (kompresi Canvas API)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typing indicator dinamis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Standalone: mqtt-chat-easy.html (tanpa instalasi)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bisa digunakan.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221B5C"/>
              </a:gs>
              <a:gs pos="100000">
                <a:srgbClr val="3B2E8E"/>
              </a:gs>
            </a:gsLst>
            <a:lin ang="33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digunakan kedua proyek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web (GameHub)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05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deploy GameHub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5518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51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bawaan GameHub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525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 &amp; profil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8590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590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komponen (Chat)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2054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05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38328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52044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server super cepat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518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518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MQTT.js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35508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chat real-time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8982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8982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05256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18972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 P2P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3B2A0E"/>
              </a:gs>
              <a:gs pos="100000">
                <a:srgbClr val="B8860B"/>
              </a:gs>
            </a:gsLst>
            <a:lin ang="27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Proyek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folder game-hub di .gemini/antigravity-ide/scratch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HTML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index.html: 7 halaman + sidebar + topbar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CSS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style.css: tema dark/light, particles, grid layout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JS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games/: snake, tetris, 2048, sudoku, tictactoe, dll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Navigasi, leaderboard, profil, GameBot AI chat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Netlify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netlify.toml + publish ke Netlify (gratis)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3B0E2A"/>
              </a:gs>
              <a:gs pos="100000">
                <a:srgbClr val="8E2E5C"/>
              </a:gs>
            </a:gsLst>
            <a:lin ang="33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bisa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Vite+React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create vite CHATTING, npm install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 WhatsApp dark, animasi custom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mqtt, lucide-react, canvas-confetti, aedes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App.jsx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MQTT, presence, typing, VN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Call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createOffer -&gt; signaling MQTT -&gt; ICE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HTML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mqtt-chat-easy.html + git commit awal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2C39A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platform game online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Snake, Tetris, 2048, Sudoku, Tic Tac Toe, dll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 Lengkap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Games, New, Leaderboard, Profil, Chat, Settings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gelap/terang dengan toggle switch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Background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Animasi partikel di latar belakang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 Chat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AI bawaan untuk bantu pemain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&amp; Profil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skor, rank, achievements via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3B5C"/>
              </a:gs>
              <a:gs pos="100000">
                <a:srgbClr val="005C4B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chat real-time</a:t>
            </a:r>
            <a:endParaRPr lang="en-US" sz="1600" dirty="0"/>
          </a:p>
        </p:txBody>
      </p:sp>
      <p:pic>
        <p:nvPicPr>
          <p:cNvPr id="5" name="Picture 4" descr="FITUR 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1783080"/>
            <a:ext cx="210312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3880" y="4800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A884"/>
                </a:solidFill>
                <a:latin typeface="Arial"/>
              </a:rPr>
              <a:t>Pesan Instan</a:t>
            </a:r>
          </a:p>
        </p:txBody>
      </p:sp>
      <p:pic>
        <p:nvPicPr>
          <p:cNvPr id="7" name="Picture 6" descr="FITUR TELEP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60" y="1783080"/>
            <a:ext cx="210312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04160" y="4800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A884"/>
                </a:solidFill>
                <a:latin typeface="Arial"/>
              </a:rPr>
              <a:t>Voice Call</a:t>
            </a:r>
          </a:p>
        </p:txBody>
      </p:sp>
      <p:pic>
        <p:nvPicPr>
          <p:cNvPr id="9" name="Picture 8" descr="FITUR V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440" y="1783080"/>
            <a:ext cx="210312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4440" y="4800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A884"/>
                </a:solidFill>
                <a:latin typeface="Arial"/>
              </a:rPr>
              <a:t>Video Call</a:t>
            </a:r>
          </a:p>
        </p:txBody>
      </p:sp>
      <p:pic>
        <p:nvPicPr>
          <p:cNvPr id="11" name="Picture 10" descr="FITUR V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4720" y="1783080"/>
            <a:ext cx="210312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84720" y="4800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A884"/>
                </a:solidFill>
                <a:latin typeface="Arial"/>
              </a:rPr>
              <a:t>Voice Notes</a:t>
            </a:r>
          </a:p>
        </p:txBody>
      </p:sp>
      <p:pic>
        <p:nvPicPr>
          <p:cNvPr id="13" name="Picture 12" descr="KIRIM GAM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1783080"/>
            <a:ext cx="2103120" cy="2926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25000" y="4800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00A884"/>
                </a:solidFill>
                <a:latin typeface="Arial"/>
              </a:rPr>
              <a:t>Kirim Gambar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1A1B4B"/>
              </a:gs>
              <a:gs pos="100000">
                <a:srgbClr val="6D2E8E"/>
              </a:gs>
            </a:gsLst>
            <a:lin ang="36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siap pakai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platform game: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Buka langsung: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index.html di folder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.gemini/antigravity-ide/scratch/game-hub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Deploy Netlify: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folder ke netlify.com/drop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Atau: netlify deploy --prod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langsung siap dimainkan!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opsi menjalankan chat: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Developer mode: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Documents/CHATTING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  -&gt; localhost:5173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Gampang (tanpa Node.js):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mqtt-chat-easy.html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buka di browser!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1A1B2B"/>
              </a:gs>
              <a:gs pos="100000">
                <a:srgbClr val="065A82"/>
              </a:gs>
            </a:gsLst>
            <a:lin ang="30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Aplikasi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langsung dari aplikasi yang dibangun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4864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- Halaman Home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691640"/>
            <a:ext cx="5486400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Clone - Chat Room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/>
              </a:gs>
              <a:gs pos="50000">
                <a:srgbClr val="0E2A4A"/>
              </a:gs>
              <a:gs pos="100000">
                <a:srgbClr val="00A884"/>
              </a:gs>
            </a:gsLst>
            <a:lin ang="2700000" scaled="1"/>
          </a:gradFill>
          <a:ln w="12700">
            <a:solidFill>
              <a:srgbClr val="0B1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965960" y="2194560"/>
            <a:ext cx="914400" cy="91440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selesai dibuat dengan Antigravity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Platform (10 Game)   &amp;   MQTT WhatsApp Web Clone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+ Netlify  |  React + Vite  |  MQTT + WebRTC  |  Tailwind CSS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1142</Words>
  <Application>Microsoft Office PowerPoint</Application>
  <PresentationFormat>Widescreen</PresentationFormat>
  <Paragraphs>257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4</cp:revision>
  <dcterms:created xsi:type="dcterms:W3CDTF">2026-07-17T06:34:35Z</dcterms:created>
  <dcterms:modified xsi:type="dcterms:W3CDTF">2026-07-17T07:02:25Z</dcterms:modified>
</cp:coreProperties>
</file>