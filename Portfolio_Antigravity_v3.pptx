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3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564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280160"/>
            <a:ext cx="914400" cy="91440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965960" y="1280160"/>
            <a:ext cx="914400" cy="91440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1280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Antigravity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Platform  &amp;  WhatsApp Chat Clone Real-Time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dari awal sampai berjalan - Full Journey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(10 Game)  |  MQTT WhatsApp Clone  |  HTML/CSS/JS  |  React + Vite  |  WebRTC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Presentasi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 yang akan dibahas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10 game klasik (Snake, Tetris, 2048, dsb)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804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Clone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real-time MQTT + WebRTC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dipakai kedua proyek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7033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703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804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Pembuatan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setiap aplikasi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303520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303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804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5 Hari &amp; Tampilan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Perjalanan &amp; screenshot aplikasi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1: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Game Online Terlengkap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 seru dalam satu platform web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Dibangun dengan HTML/CSS/JS murni, tanpa framework, siap deploy ke Netlify.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Komponen kunci: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game: Snake, Tetris, 2048, Sudoku, Tic Tac Toe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 Shooter, Flappy Bird, Dino Run, Chess, Ludo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halaman: Home, Games, New, Leaderboard, Profil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(GameBot AI), Pengaturan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mode, particles background, leaderboard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siap main.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18288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9326880" y="2194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klasik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3429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93268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lengkap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0" y="50292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326880" y="5394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chat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Proyek 2: WhatsApp Web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chat dengan MQTT + WebRTC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wss://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743200" y="2194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sub-detik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34290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5C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43200" y="37947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502920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10MB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743200" y="5394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Kompresi gambar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0" y="1691640"/>
            <a:ext cx="658368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5780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20116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bergaya WhatsApp Web bertema gelap premium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2743200"/>
            <a:ext cx="6126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Vite, protokol MQTT lewat WebSocket untuk pesan instan.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utama: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instan via MQTT (broker HiveMQ wss://)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 P2P pakai WebRTC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via MediaRecorder API (Base64 WebM)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Kirim gambar 10MB (kompresi Canvas API)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typing indicator dinamis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Standalone: mqtt-chat-easy.html (tanpa instalasi)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Dibuat menggunakan Antigravity dari nol hingga bisa digunakan.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Teknologi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yang digunakan kedua proyek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590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590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Dasar web (GameHub)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054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05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2044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 &amp; deploy GameHub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55180" y="19202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518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5508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bawaan GameHub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52560" y="169164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89820" y="19202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052560" y="27432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89720" y="31546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 &amp; profil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8590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590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4864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8580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komponen (Chat)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2054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2054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38328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352044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server super cepat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55180" y="425196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5518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621792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MQTT.js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35508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chat real-time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52560" y="402336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89820" y="425196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989820" y="4251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9052560" y="50749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189720" y="5486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Voice/video call P2P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jalan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Proyek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Buat folder game-hub di .gemini/antigravity-ide/scratch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HTML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index.html: 7 halaman + sidebar + topbar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CSS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style.css: tema dark/light, particles, grid layout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JS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games/: snake, tetris, 2048, sudoku, tictactoe, dll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Navigasi, leaderboard, profil, GameBot AI chat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Netlify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netlify.toml + publish ke Netlify (gratis)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Langkah Buat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init sampai bisa chat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Vite+React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0020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create vite CHATTING, npm install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0574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223760" y="2377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Palet WhatsApp dark, animasi custom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Deps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0020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mqtt, lucide-react, canvas-confetti, aedes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2918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6576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4747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Logika App.jsx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223760" y="39776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Koneksi MQTT, presence, typing, VN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0020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Call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60020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createOffer -&gt; signaling MQTT -&gt; ICE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7220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00800" y="525780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5257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0749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HTML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223760" y="55778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mqtt-chat-easy.html + git commit awal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GameHub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platform game online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Klasik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Snake, Tetris, 2048, Sudoku, Tic Tac Toe, dll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Halaman Lengkap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Games, New, Leaderboard, Profil, Chat, Settings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201168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Dark/Light Mode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gelap/terang dengan toggle switch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Particles Background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Animasi partikel di latar belakang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GameBot AI Chat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AI bawaan untuk bantu pemain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4434840"/>
            <a:ext cx="731520" cy="73152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&amp; Profil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Simpan skor, rank, achievements via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Fitur WhatsApp Clone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Kemampuan chat real-time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8882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888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Pesan Instan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over WebSocket wss:// sub-detik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8358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835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4340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&amp; Video Call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WebRTC P2P, MQTT signaling channel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578340" y="201168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783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38160" y="28346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Notes Asli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32461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MediaRecorder API, Base64 WebM &lt;250KB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98882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882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Kompresi Gambar 10MB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Canvas API, output &lt;150KB sisi klien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78358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358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Typing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online &amp; status mengetik dinamis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6052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578340" y="4434840"/>
            <a:ext cx="731520" cy="73152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78340" y="4434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Glassmorphism Premium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56692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gelap, animasi, responsif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Menjalankan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siap pakai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Jalankan platform game: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Buka langsung: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index.html di folder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.gemini/antigravity-ide/scratch/game-hub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Deploy Netlify: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folder ke netlify.com/drop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Atau: netlify deploy --prod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game langsung siap dimainkan!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691640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920240"/>
            <a:ext cx="640080" cy="64008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260604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opsi menjalankan chat: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A - Developer mode: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cd Documents/CHATTING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install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npm run dev  -&gt; localhost:5173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Opsi B - Gampang (tanpa Node.js):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 ganda mqtt-chat-easy.html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Langsung buka di browser!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B92069E8-08FC-F6FC-B876-41A62A442E6D}"/>
              </a:ext>
            </a:extLst>
          </p:cNvPr>
          <p:cNvSpPr/>
          <p:nvPr/>
        </p:nvSpPr>
        <p:spPr>
          <a:xfrm>
            <a:off x="563727" y="5358384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5 Hari </a:t>
            </a:r>
            <a:r>
              <a:rPr lang="en-US" sz="2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Antigravity dan APK Lainnya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37944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Pengenalan AI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103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</a:t>
            </a:r>
            <a:r>
              <a:rPr lang="en-US" sz="120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Antigravity IDE lalu mencoba membuat project sederhana yaitu GAME HUB yang saya bikin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752344"/>
            <a:ext cx="548640" cy="54864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752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679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Mencoba Aplikasi lain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0175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Opencode,obsidian,dan ollama lalu membuat project lagi yaitu apk chatting seperti whatsapp yang bisa gunakan seperti layaknya whatsapp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666744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667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Skill , Bmad Method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111B21"/>
          </a:solidFill>
          <a:ln w="12700">
            <a:solidFill>
              <a:srgbClr val="111B21"/>
            </a:solidFill>
            <a:prstDash val="solid"/>
          </a:ln>
          <a:effectLst>
            <a:outerShdw blurRad="76200" dist="254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id-ID"/>
          </a:p>
        </p:txBody>
      </p:sp>
      <p:sp>
        <p:nvSpPr>
          <p:cNvPr id="21" name="Shape 19"/>
          <p:cNvSpPr/>
          <p:nvPr/>
        </p:nvSpPr>
        <p:spPr>
          <a:xfrm>
            <a:off x="731520" y="4581144"/>
            <a:ext cx="548640" cy="54864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581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507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48463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69687"/>
                </a:solidFill>
                <a:latin typeface="Arial" pitchFamily="34" charset="0"/>
                <a:cs typeface="Arial" pitchFamily="34" charset="-120"/>
              </a:rPr>
              <a:t>Percobaan VPN menggunakan Netbird dan Mencoba menjalankan Drone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495544"/>
            <a:ext cx="548640" cy="54864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4955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584371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Presentasi Selama 5 Hari Bimtek</a:t>
            </a:r>
            <a:endParaRPr lang="en-US" sz="1500" dirty="0"/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4636B9A5-FD72-6FA0-8B88-8EE2D8242FBF}"/>
              </a:ext>
            </a:extLst>
          </p:cNvPr>
          <p:cNvSpPr/>
          <p:nvPr/>
        </p:nvSpPr>
        <p:spPr>
          <a:xfrm>
            <a:off x="1531620" y="4498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VPN Dan Drone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Tampilan Aplikasi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langsung dari aplikasi yang dibangun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691640"/>
            <a:ext cx="548640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- Halaman Home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0" y="1691640"/>
            <a:ext cx="5486400" cy="4206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093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Clone - Chat Room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1A"/>
          </a:solidFill>
          <a:ln w="12700">
            <a:solidFill>
              <a:srgbClr val="0B14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00A884"/>
          </a:solidFill>
          <a:ln w="12700">
            <a:solidFill>
              <a:srgbClr val="00A8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965960" y="2194560"/>
            <a:ext cx="914400" cy="914400"/>
          </a:xfrm>
          <a:prstGeom prst="ellipse">
            <a:avLst/>
          </a:prstGeom>
          <a:solidFill>
            <a:srgbClr val="005C4B"/>
          </a:solidFill>
          <a:ln w="12700">
            <a:solidFill>
              <a:srgbClr val="005C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5960" y="21945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8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 proyek selesai dibuat dengan Antigravity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9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GameHub Platform (10 Game)   &amp;   MQTT WhatsApp Web Clone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6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 + Netlify  |  React + Vite  |  MQTT + WebRTC  |  Tailwind CSS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956</Words>
  <Application>Microsoft Office PowerPoint</Application>
  <PresentationFormat>Widescreen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2026-07-17T06:34:35Z</dcterms:created>
  <dcterms:modified xsi:type="dcterms:W3CDTF">2026-07-17T06:44:07Z</dcterms:modified>
</cp:coreProperties>
</file>